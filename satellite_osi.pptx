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1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175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8A26697-E736-44F8-B39F-A7C49E496256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35E6-6F50-4A0D-9926-BBF676DEB6D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554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46E9-FB69-432E-A8DC-A52247D8C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501282"/>
            <a:ext cx="8229600" cy="238074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Satellite Internet communication using the </a:t>
            </a:r>
            <a:r>
              <a:rPr lang="en-US" dirty="0" err="1"/>
              <a:t>osi</a:t>
            </a:r>
            <a:r>
              <a:rPr lang="en-US" dirty="0"/>
              <a:t> layer model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7CB48-90AE-F884-C46A-6A79D740A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599" y="4960137"/>
            <a:ext cx="3502631" cy="1463040"/>
          </a:xfrm>
        </p:spPr>
        <p:txBody>
          <a:bodyPr/>
          <a:lstStyle/>
          <a:p>
            <a:r>
              <a:rPr lang="en-US" dirty="0"/>
              <a:t>DONE BY </a:t>
            </a:r>
          </a:p>
          <a:p>
            <a:r>
              <a:rPr lang="en-US" dirty="0"/>
              <a:t>ABHINAV CHARLES </a:t>
            </a:r>
          </a:p>
          <a:p>
            <a:r>
              <a:rPr lang="en-US"/>
              <a:t>192524168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084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Satellite Internet?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connectivity from orbit, layer by layer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connectivity via space-based relays, reaching areas fibre and cell towers can't.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LEO, MEO &amp; GEO satellites trade altitude for latency and coverage.</a:t>
            </a:r>
            <a:endParaRPr lang="en-US" sz="1450" dirty="0"/>
          </a:p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model still governs the link — every layer must hold up across thousands of km of vacuum.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4828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 km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349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LEO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47091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4828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5349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(LEO)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47091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48280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35,786 km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5349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orbital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18120" y="1737360"/>
            <a:ext cx="3840480" cy="3840480"/>
          </a:xfrm>
          <a:prstGeom prst="ellipse">
            <a:avLst/>
          </a:prstGeom>
          <a:ln w="15875">
            <a:solidFill>
              <a:srgbClr val="C7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468880"/>
            <a:ext cx="2377440" cy="2377440"/>
          </a:xfrm>
          <a:prstGeom prst="ellipse">
            <a:avLst/>
          </a:prstGeom>
          <a:ln w="12700">
            <a:solidFill>
              <a:srgbClr val="C7D8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0" y="310896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35021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475720" y="3520440"/>
            <a:ext cx="201168" cy="201168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19" name="Text 17"/>
          <p:cNvSpPr/>
          <p:nvPr/>
        </p:nvSpPr>
        <p:spPr>
          <a:xfrm>
            <a:off x="1129284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46920" y="178308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OSI Stack to Satellite Links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layer stays reliable across a space-based hop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49961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66160" y="1417320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video &amp; VoIP traffic over the satellite link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79676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06197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0619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1979676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6160" y="1979676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&amp; encryption to offset limited bandwidth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42032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4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262432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2542032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66160" y="2542032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sessions alive through satellite hand-offs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104388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18668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1866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104388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66160" y="3104388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tuned for high latency; fewer retransmits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666744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4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374904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3666744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66160" y="3666744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routing via inter-satellite links &amp; gateways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229100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" y="431139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3113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4229100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66160" y="4229100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control for signal fade &amp; Doppler shift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791456"/>
            <a:ext cx="11064240" cy="480060"/>
          </a:xfrm>
          <a:prstGeom prst="roundRect">
            <a:avLst>
              <a:gd name="adj" fmla="val 11429"/>
            </a:avLst>
          </a:prstGeom>
          <a:solidFill>
            <a:srgbClr val="F4F8FA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487375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25880" y="4791456"/>
            <a:ext cx="2148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566160" y="4791456"/>
            <a:ext cx="78638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Ku/Ka-band RF signal, earth-to-orbit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trade-offs unique to a space-based OSI path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remote areas with no fibre or cell towers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deployment — no ground trenching or cabling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now delivers broadband-comparable speeds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when regional disasters sever ground links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blurRad="762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delay can exceed 500 ms round-trip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fade &amp; atmospheric signal attenuation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hand-offs can drop packets in transit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per subscriber than fibre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291840"/>
            <a:ext cx="5943600" cy="5943600"/>
          </a:xfrm>
          <a:prstGeom prst="ellipse">
            <a:avLst/>
          </a:prstGeom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023360"/>
            <a:ext cx="4480560" cy="4480560"/>
          </a:xfrm>
          <a:prstGeom prst="ellipse">
            <a:avLst/>
          </a:prstGeom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traditional OSI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stays the shared language for reliable transmission — even over a radio link to orbit.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mega-constellations push tighter Network–Transport integration for real-time routing.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AI traffic management, laser inter-satellite links, hybrid terrestrial handovers.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53492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Reliable networking is layer-independent — satellite internet proves the OSI model scales from copper wire to low Earth orbit.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326</Words>
  <Application>Microsoft Office PowerPoint</Application>
  <PresentationFormat>Widescreen</PresentationFormat>
  <Paragraphs>66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Satellite Internet communication using the osi layer model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Abhinav Charles</cp:lastModifiedBy>
  <cp:revision>4</cp:revision>
  <dcterms:created xsi:type="dcterms:W3CDTF">2026-07-15T05:23:47Z</dcterms:created>
  <dcterms:modified xsi:type="dcterms:W3CDTF">2026-07-16T16:32:03Z</dcterms:modified>
</cp:coreProperties>
</file>